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last vanilla JS week before React. Everything we cover today</a:t>
            </a:r>
          </a:p>
          <a:p>
            <a:r>
              <a:t>you will use again on Day 1 of React — same syntax, same patterns, same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"ES6 was the biggest update to JavaScript since its creation."</a:t>
            </a:r>
          </a:p>
          <a:p>
            <a:r>
              <a:t>In the real world: when you land a dev job, your first tasks will likely include</a:t>
            </a:r>
          </a:p>
          <a:p>
            <a:r>
              <a:t>updating legacy ES5 code exactly like Activity 1. Updating codebases to modern syntax</a:t>
            </a:r>
          </a:p>
          <a:p>
            <a:r>
              <a:t>is one of the most common junior dev responsibilities at companies with older 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every React hook uses const.</a:t>
            </a:r>
          </a:p>
          <a:p>
            <a:r>
              <a:t>const [count, setCount] = useState(0);</a:t>
            </a:r>
          </a:p>
          <a:p>
            <a:r>
              <a:t>const API_BASE = 'https://api.stripe.com/v1';   // never changes</a:t>
            </a:r>
          </a:p>
          <a:p>
            <a:r>
              <a:t>const chartConfig = { responsive: true };        // set once, passed around</a:t>
            </a:r>
          </a:p>
          <a:p>
            <a:r>
              <a:t>Ask: what happens if you try to reassign a const?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used constantly for building API URLs and messages.</a:t>
            </a:r>
          </a:p>
          <a:p>
            <a:r>
              <a:t>const url = `https://api.github.com/users/${username}/repos?per_page=${limit}`;</a:t>
            </a:r>
          </a:p>
          <a:p>
            <a:r>
              <a:t>const msg = `Your order #${orderId} has shipped. Arrives: ${deliveryDate}.`;</a:t>
            </a:r>
          </a:p>
          <a:p>
            <a:r>
              <a:t>const err = `Failed to load user ${userId}: HTTP ${status} ${statusText}`;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React props are always destructured in the function signature.</a:t>
            </a:r>
          </a:p>
          <a:p>
            <a:r>
              <a:t>function ProductCard({ name, price, imageUrl, inStock = true }) { ... }</a:t>
            </a:r>
          </a:p>
          <a:p/>
          <a:p>
            <a:r>
              <a:t>React useState returns a destructured array every single time:</a:t>
            </a:r>
          </a:p>
          <a:p>
            <a:r>
              <a:t>const [isLoading, setIsLoading] = useState(false);</a:t>
            </a:r>
          </a:p>
          <a:p>
            <a:r>
              <a:t>const [error,     setError    ] = useState(null);</a:t>
            </a:r>
          </a:p>
          <a:p/>
          <a:p>
            <a:r>
              <a:t>Unpacking an API response:</a:t>
            </a:r>
          </a:p>
          <a:p>
            <a:r>
              <a:t>const { data: { user, orders } } = await axios.get('/dashboard');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React state MUST NOT be mutated directly.</a:t>
            </a:r>
          </a:p>
          <a:p>
            <a:r>
              <a:t>Spread creates the new object React needs to detect the change:</a:t>
            </a:r>
          </a:p>
          <a:p>
            <a:r>
              <a:t>// Update just the email field without losing anything else:</a:t>
            </a:r>
          </a:p>
          <a:p>
            <a:r>
              <a:t>setUser(prev =&gt; ({ ...prev, email: newEmail }));</a:t>
            </a:r>
          </a:p>
          <a:p/>
          <a:p>
            <a:r>
              <a:t>// Add an item to a cart array:</a:t>
            </a:r>
          </a:p>
          <a:p>
            <a:r>
              <a:t>setCart(prev =&gt; [...prev, newItem]);</a:t>
            </a:r>
          </a:p>
          <a:p/>
          <a:p>
            <a:r>
              <a:t>// Remove an item from a cart:</a:t>
            </a:r>
          </a:p>
          <a:p>
            <a:r>
              <a:t>setCart(prev =&gt; prev.filter(item =&gt; item.id !== removeId));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 — the ?? vs || bug hits constantly with prices and ratings:</a:t>
            </a:r>
          </a:p>
          <a:p>
            <a:r>
              <a:t>product.price ?? 'N/A'   // → 0  (correct: $0 = free plan)</a:t>
            </a:r>
          </a:p>
          <a:p>
            <a:r>
              <a:t>product.price || 'N/A'   // → 'N/A'  (bug: hides free plans)</a:t>
            </a:r>
          </a:p>
          <a:p/>
          <a:p>
            <a:r>
              <a:t>Optional chaining for deeply nested API responses (Spotify, Twitter, GitHub):</a:t>
            </a:r>
          </a:p>
          <a:p>
            <a:r>
              <a:t>const art = track?.album?.images?.[0]?.url ?? '/default-cover.png';</a:t>
            </a:r>
          </a:p>
          <a:p>
            <a:r>
              <a:t>const city = user?.location?.city ?? 'Location not set';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React renders every list with .map() — you will write this daily.</a:t>
            </a:r>
          </a:p>
          <a:p>
            <a:r>
              <a:t>{products.map(p =&gt; &lt;ProductCard key={p.id} name={p.name} price={p.price} /&gt;)}</a:t>
            </a:r>
          </a:p>
          <a:p/>
          <a:p>
            <a:r>
              <a:t>E-commerce cart total:</a:t>
            </a:r>
          </a:p>
          <a:p>
            <a:r>
              <a:t>const subtotal = cart.reduce((total, item) =&gt; total + item.price * item.qty, 0);</a:t>
            </a:r>
          </a:p>
          <a:p/>
          <a:p>
            <a:r>
              <a:t>Permissions check:</a:t>
            </a:r>
          </a:p>
          <a:p>
            <a:r>
              <a:t>const canPublish = user.roles.some(r =&gt; r === 'editor' || r === 'admin');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`Week10/Example1/index.html`</a:t>
            </a:r>
          </a:p>
          <a:p>
            <a:r>
              <a:t>Walk through each section of the dark-console output.</a:t>
            </a:r>
          </a:p>
          <a:p>
            <a:r>
              <a:t>Highlight: ?? vs ||, spread merge, point-free .map(buildSummary)</a:t>
            </a:r>
          </a:p>
          <a:p>
            <a:r>
              <a:t>Ask students: which of these patterns have you already seen in code you've read?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every network request, database query, and file read returns a Promise.</a:t>
            </a:r>
          </a:p>
          <a:p>
            <a:r>
              <a:t>The three states map directly to your UI:</a:t>
            </a:r>
          </a:p>
          <a:p>
            <a:r>
              <a:t>Pending   → show a loading spinner</a:t>
            </a:r>
          </a:p>
          <a:p>
            <a:r>
              <a:t>Fulfilled → render the content</a:t>
            </a:r>
          </a:p>
          <a:p>
            <a:r>
              <a:t>Rejected  → show an error message</a:t>
            </a:r>
          </a:p>
          <a:p>
            <a:r>
              <a:t>This is the core pattern in every data-fetching hook in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you mostly consume Promises (from fetch, Axios, etc.),</a:t>
            </a:r>
          </a:p>
          <a:p>
            <a:r>
              <a:t>not create them manually. But wrapping older browser APIs is a real use case:</a:t>
            </a:r>
          </a:p>
          <a:p/>
          <a:p>
            <a:r>
              <a:t>// The Geolocation API uses callbacks — wrap it once, use async/await everywhere</a:t>
            </a:r>
          </a:p>
          <a:p>
            <a:r>
              <a:t>function getLocation() {</a:t>
            </a:r>
          </a:p>
          <a:p>
            <a:r>
              <a:t>return new Promise((resolve, reject) =&gt;</a:t>
            </a:r>
          </a:p>
          <a:p>
            <a:r>
              <a:t>navigator.geolocation.getCurrentPosition(resolve, reject)</a:t>
            </a:r>
          </a:p>
          <a:p>
            <a:r>
              <a:t>);</a:t>
            </a:r>
          </a:p>
          <a:p>
            <a:r>
              <a:t>}</a:t>
            </a:r>
          </a:p>
          <a:p>
            <a:r>
              <a:t>const { coords } = await getLocation();</a:t>
            </a:r>
          </a:p>
          <a:p/>
          <a:p>
            <a:r>
              <a:t>Used in every food delivery, ride-share, and mapping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 — login flows are classic .then() chains:</a:t>
            </a:r>
          </a:p>
          <a:p>
            <a:r>
              <a:t>authService.login(email, password)</a:t>
            </a:r>
          </a:p>
          <a:p>
            <a:r>
              <a:t>.then(token   =&gt; fetchUserProfile(token))</a:t>
            </a:r>
          </a:p>
          <a:p>
            <a:r>
              <a:t>.then(profile =&gt; redirect(profile.role === 'admin' ? '/admin' : '/home'))</a:t>
            </a:r>
          </a:p>
          <a:p>
            <a:r>
              <a:t>.catch(err    =&gt; showLoginError(err.message))</a:t>
            </a:r>
          </a:p>
          <a:p>
            <a:r>
              <a:t>.finally(()   =&gt; setIsLoading(false));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every dashboard page does this.</a:t>
            </a:r>
          </a:p>
          <a:p>
            <a:r>
              <a:t>Sequential: 300ms + 300ms + 300ms = ~900ms total wait</a:t>
            </a:r>
          </a:p>
          <a:p>
            <a:r>
              <a:t>Promise.all: all fire at once = ~300ms total wait (3x faster)</a:t>
            </a:r>
          </a:p>
          <a:p>
            <a:r>
              <a:t>Shopify, Airbnb, and Stripe dashboards all use Promise.all on page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`Week10/Example2/index.html`</a:t>
            </a:r>
          </a:p>
          <a:p>
            <a:r>
              <a:t>Work through each section:</a:t>
            </a:r>
          </a:p>
          <a:p>
            <a:r>
              <a:t>1. Resolve vs Reject — watch the state: pending → fulfilled/rejected</a:t>
            </a:r>
          </a:p>
          <a:p>
            <a:r>
              <a:t>2. .then() chain — step-by-step output, including a delayed Promise in the middle</a:t>
            </a:r>
          </a:p>
          <a:p>
            <a:r>
              <a:t>3. Real fetch — note the two .then() steps (response, then .json())</a:t>
            </a:r>
          </a:p>
          <a:p>
            <a:r>
              <a:t>4. Promise.all — watch all three fire simultaneously in the Network tab</a:t>
            </a:r>
          </a:p>
          <a:p>
            <a:r>
              <a:t>5. allSettled — one fails, the other two still show their results</a:t>
            </a:r>
          </a:p>
          <a:p>
            <a:r>
              <a:t>6. race — Fast (300ms) wins every time; point out the others still ran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async/await is the default in all modern React code.</a:t>
            </a:r>
          </a:p>
          <a:p>
            <a:r>
              <a:t>useEffect(() =&gt; {</a:t>
            </a:r>
          </a:p>
          <a:p>
            <a:r>
              <a:t>async function load() {</a:t>
            </a:r>
          </a:p>
          <a:p>
            <a:r>
              <a:t>const { data } = await axios.get(`/products/${id}`);</a:t>
            </a:r>
          </a:p>
          <a:p>
            <a:r>
              <a:t>setProduct(data);</a:t>
            </a:r>
          </a:p>
          <a:p>
            <a:r>
              <a:t>}</a:t>
            </a:r>
          </a:p>
          <a:p>
            <a:r>
              <a:t>load();</a:t>
            </a:r>
          </a:p>
          <a:p>
            <a:r>
              <a:t>}, [id]);</a:t>
            </a:r>
          </a:p>
          <a:p>
            <a:r>
              <a:t>You will write this pattern constantly starting Week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Axios is the most popular HTTP client in the React ecosystem.</a:t>
            </a:r>
          </a:p>
          <a:p>
            <a:r>
              <a:t>`npm install axios` is one of the first commands in most React projects.</a:t>
            </a:r>
          </a:p>
          <a:p>
            <a:r>
              <a:t>The fetch().ok check is a very common source of silent bugs — axios eliminates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every production React app has a file like src/api/client.js.</a:t>
            </a:r>
          </a:p>
          <a:p>
            <a:r>
              <a:t>All features import from it. The auth interceptor means developers never have to</a:t>
            </a:r>
          </a:p>
          <a:p>
            <a:r>
              <a:t>think about headers again. The response interceptor sends errors to a monitoring</a:t>
            </a:r>
          </a:p>
          <a:p>
            <a:r>
              <a:t>service (Sentry, Datadog) automatically — nothing falls through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`Week10/Example3/index.html`</a:t>
            </a:r>
          </a:p>
          <a:p>
            <a:r>
              <a:t>1. Click "Load Users" — watch the interceptor log update (→ GET, ← 200 OK)</a:t>
            </a:r>
          </a:p>
          <a:p>
            <a:r>
              <a:t>2. Open DevTools Network tab — see exactly one request per click</a:t>
            </a:r>
          </a:p>
          <a:p>
            <a:r>
              <a:t>3. Click "Concurrent Requests" — two requests appear in Network tab simultaneously</a:t>
            </a:r>
          </a:p>
          <a:p>
            <a:r>
              <a:t>4. Click "Trigger 404" — axios throws, the catch block displays a clean error</a:t>
            </a:r>
          </a:p>
          <a:p>
            <a:r>
              <a:t>Ask: where would you put the auth token interceptor in this code?</a:t>
            </a:r>
          </a:p>
          <a:p>
            <a:r>
              <a:t>Ask: what would you log to a monitoring service in the response interceptor?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Lodash has 40+ million npm downloads per week — it is in</a:t>
            </a:r>
          </a:p>
          <a:p>
            <a:r>
              <a:t>nearly every enterprise JavaScript codebase. Day.js replaced Moment.js</a:t>
            </a:r>
          </a:p>
          <a:p>
            <a:r>
              <a:t>(deprecated 2020) and is now the standard lightweight date library.</a:t>
            </a:r>
          </a:p>
          <a:p>
            <a:r>
              <a:t>Both appear in the majority of React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principle: Lodash never mutates the original array/object.</a:t>
            </a:r>
          </a:p>
          <a:p>
            <a:r>
              <a:t>It always returns a new one — safe to use with React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</a:t>
            </a:r>
          </a:p>
          <a:p>
            <a:r>
              <a:t>// E-commerce: sort by price ascending, break ties by highest rating</a:t>
            </a:r>
          </a:p>
          <a:p>
            <a:r>
              <a:t>const products = _.orderBy(all, ['price', 'rating'], ['asc', 'desc']);</a:t>
            </a:r>
          </a:p>
          <a:p/>
          <a:p>
            <a:r>
              <a:t>// Leaderboard: most points first, break ties by most recent activity</a:t>
            </a:r>
          </a:p>
          <a:p>
            <a:r>
              <a:t>const board = _.orderBy(users, ['points', 'lastActiveAt'], ['desc', 'desc']);</a:t>
            </a:r>
          </a:p>
          <a:p/>
          <a:p>
            <a:r>
              <a:t>// Jira backlog: priority ascending, then newest created</a:t>
            </a:r>
          </a:p>
          <a:p>
            <a:r>
              <a:t>const backlog = _.orderBy(tickets, ['priority', 'createdAt'], ['asc', 'desc']);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</a:t>
            </a:r>
          </a:p>
          <a:p>
            <a:r>
              <a:t>// Kanban board (Trello / Jira) — columns are just grouped tickets</a:t>
            </a:r>
          </a:p>
          <a:p>
            <a:r>
              <a:t>const columns = _.groupBy(tickets, 'status');</a:t>
            </a:r>
          </a:p>
          <a:p>
            <a:r>
              <a:t>// → { 'To Do': [...], 'In Progress': [...], 'Done': [...] }</a:t>
            </a:r>
          </a:p>
          <a:p/>
          <a:p>
            <a:r>
              <a:t>// Bank statement / expense tracker — group by month</a:t>
            </a:r>
          </a:p>
          <a:p>
            <a:r>
              <a:t>const byMonth = _.groupBy(transactions, t =&gt; dayjs(t.date).format('YYYY-MM'));</a:t>
            </a:r>
          </a:p>
          <a:p/>
          <a:p>
            <a:r>
              <a:t>// E-commerce sidebar — group products by department</a:t>
            </a:r>
          </a:p>
          <a:p>
            <a:r>
              <a:t>const departments = _.groupBy(products, 'department');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</a:t>
            </a:r>
          </a:p>
          <a:p>
            <a:r>
              <a:t>// Shopify / Stripe revenue dashboard</a:t>
            </a:r>
          </a:p>
          <a:p>
            <a:r>
              <a:t>const avgOrderValue  = _.meanBy(orders, 'total');    // "Avg order: $94.50"</a:t>
            </a:r>
          </a:p>
          <a:p>
            <a:r>
              <a:t>const biggestOrder   = _.maxBy(orders,  'total');    // show on leaderboard</a:t>
            </a:r>
          </a:p>
          <a:p>
            <a:r>
              <a:t>const totalRevenue   = _.sumBy(orders,  'total');    // "$12,450 this month"</a:t>
            </a:r>
          </a:p>
          <a:p/>
          <a:p>
            <a:r>
              <a:t>// Glassdoor / LinkedIn Salary Insights</a:t>
            </a:r>
          </a:p>
          <a:p>
            <a:r>
              <a:t>const avgSalary  = _.meanBy(reports, 'amount');</a:t>
            </a:r>
          </a:p>
          <a:p>
            <a:r>
              <a:t>const topSalary  = _.maxBy(reports,  'amount');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GitHub, Slack, Discord, Airbnb, and most content apps</a:t>
            </a:r>
          </a:p>
          <a:p>
            <a:r>
              <a:t>use Day.js (or Moment.js before it was deprecated) for every timestamp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`Week10/Example4/index.html`</a:t>
            </a:r>
          </a:p>
          <a:p>
            <a:r>
              <a:t>Walk through each section:</a:t>
            </a:r>
          </a:p>
          <a:p>
            <a:r>
              <a:t>- Table: _.orderBy sorting by priority then createdAt — notice the order</a:t>
            </a:r>
          </a:p>
          <a:p>
            <a:r>
              <a:t>- Groups: _.groupBy creating three automatic sections from one array</a:t>
            </a:r>
          </a:p>
          <a:p>
            <a:r>
              <a:t>- Stats: _.meanBy, _.minBy, _.maxBy — one line each for what would be 10+ lines native</a:t>
            </a:r>
          </a:p>
          <a:p>
            <a:r>
              <a:t>- Dates: .format() showing "Jan 1, 2026", .fromNow() showing "3 months ago", .diff() for days</a:t>
            </a:r>
          </a:p>
          <a:p>
            <a:r>
              <a:t>Ask: what would you change to group these tickets by priority instead of category?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world: you will use libraries you have never seen before —</a:t>
            </a:r>
          </a:p>
          <a:p>
            <a:r>
              <a:t>often within the first week at a new job. The skill is reading unfamiliar</a:t>
            </a:r>
          </a:p>
          <a:p>
            <a:r>
              <a:t>docs quickly and finding the one function you need.</a:t>
            </a:r>
          </a:p>
          <a:p/>
          <a:p>
            <a:r>
              <a:t>Practice right now: look up _.debounce, _.chunk, and Day.js .isBefore().</a:t>
            </a:r>
          </a:p>
          <a:p>
            <a:r>
              <a:t>Using only the docs, figure out what they do and how to use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Real-world equivalent: LinkedIn, Indeed, and Glassdoor render job listings</a:t>
            </a:r>
          </a:p>
          <a:p>
            <a:r>
              <a:t>with exactly this structure — grouped by department, sorted by date,</a:t>
            </a:r>
          </a:p>
          <a:p>
            <a:r>
              <a:t>with "Posted 3 days ago" timestamps.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you're building is a simplified version of real apps:</a:t>
            </a:r>
          </a:p>
          <a:p>
            <a:r>
              <a:t>- Hacker News — sorted by points, relative timestamps</a:t>
            </a:r>
          </a:p>
          <a:p>
            <a:r>
              <a:t>- Reddit — sorted by upvotes, "Posted 3 hours ago"</a:t>
            </a:r>
          </a:p>
          <a:p>
            <a:r>
              <a:t>- Product Hunt — daily launches ranked by votes</a:t>
            </a:r>
          </a:p>
          <a:p>
            <a:r>
              <a:t>All three use this exact pattern: fetch → sort → display with timestamps.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`allStories` cache variable in the starter is the same concept as React's</a:t>
            </a:r>
          </a:p>
          <a:p>
            <a:r>
              <a:t>useState — keep the full data in memory, transform it for display,</a:t>
            </a:r>
          </a:p>
          <a:p>
            <a:r>
              <a:t>don't hit the API again just because the view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Spring break → React starts Week 11.</a:t>
            </a:r>
          </a:p>
          <a:p>
            <a:r>
              <a:t>Every single one of these patterns appears in the React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AB387"/>
                </a:solidFill>
                <a:latin typeface="Calibri"/>
              </a:rPr>
              <a:t>SESSION 1 — ES6+, Promises / Async-Await, Axios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38BA8"/>
                </a:solidFill>
                <a:latin typeface="Calibri"/>
              </a:rPr>
              <a:t>Advanced Vanilla JS &amp; Small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PROG 2700 — Week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Agenda (Session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ES6+ Modern Syntax refresh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Promises (the foundation)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Async / Await (the modern way)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Axios (HTTP, the easy way)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Activity 1 &amp;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Why ES6+?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Released: 2015 (ES2015) — annual updates ever since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All modern browsers support it; no transpiler needed in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React and every modern framework are written in ES6+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Writing ES5-style code in 2026 will get flagged in any code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const &amp; 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899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PI = 3.14;        // cannot be reassigned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let   count = 0;        // block-scoped, can change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count++;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var (old) leaks out of blocks — let does NOT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for (let i = 0; i &lt; 3; i++) { /* ... */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console.log(i);  // ReferenceError with 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3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Prefer const for everything; drop to let only when you need to reassign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81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Never use var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Template Literals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1351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name = 'Alice';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age  = 28;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Old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"Hello, " + name + ". You are " + age + " years old."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New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`Hello, ${name}. You are ${age} years old.`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Expressions work too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`In 10 years she will be ${age + 10}.`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Multi-line (great for HTML strings)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card = `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&lt;div class="card"&gt;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&lt;h3&gt;${name}&lt;/h3&gt;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&lt;/div&gt;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`;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Destructuring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931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Object destructuring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user = { name: 'Bob', role: 'admin', city: 'Halifax'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{ name, role } = user;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Rename while destructuring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{ name: userName } = user;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Default value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{ country = 'Canada' } = user;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Array destructuring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[lat, lng] = [44.65, -63.57];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In function parameters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function greet({ name, role = 'user' })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return `Hello ${name} (${role})`;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Spread &amp;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915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SPREAD — expand into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merged = { ...defaults, ...overrides };   // later keys win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all    = [...arr1, ...arr2];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Remove a key (object rest)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{ password, ...safeUser } = user;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REST — collect into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function sum(...numbers)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return numbers.reduce((acc, n) =&gt; acc + n, 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sum(1, 2, 3, 4, 5);  //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Optional Chaining &amp; Nullish Coalescing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1191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company = { name: 'Acme', address: null 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Optional chaining ?.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Returns undefined instead of throwing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street = company?.address?.street;   // undefined (not an error)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Nullish coalescing ??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Falls back ONLY on null / undefined (not 0, "", false)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label = street ?? 'No address on file';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Compare: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0 ?? 'default'    // → 0        (0 is not null/undefined)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0 || 'default'    // → "default" (0 is falsy — often a bug)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Arrow Functions &amp; Array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7287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scores = [72, 85, 91, 60, 88, 45, 95];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filter  → keep items that pass the 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passing = scores.filter(s =&gt; s &gt;= 70);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map  → transform each item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doubled = passing.map(s =&gt; s * 2);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reduce  → fold array into one value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total = scores.reduce((sum, s) =&gt; sum + s, 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Chaining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top = scores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.filter(s =&gt; s &gt;= 80)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.map(s =&gt; ({ score: s, grade: s &gt;= 90 ? 'A' : 'B' }))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.sort((a, b) =&gt; b.score - a.score);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Demo: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What is a Promise?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A Promise is an object representing an async operation's eventual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515600" cy="14935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   resolve(value)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Pending ──────────────────→ Fulfilled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╲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 ╲ reject(error)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  ──────────────→ 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75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Once settled, state cannot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29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async/await is just syntax sugar over Promises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703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Promise.all, Promise.race, etc. work with raw Promises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Creating a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915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p = new Promise((resolve, reject)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// executor runs immediately (synchronous)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setTimeout(()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if (success) resolve('got the data');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else         reject(new Error('it failed'));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}, 1000);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.then(value  =&gt; console.log(value))    // fulfilled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.catch(error =&gt; console.error(error))  // rejected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.finally(()  =&gt; console.log('done'));  // always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.then() 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Each .then() returns a new Promise: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515600" cy="21031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fetch('/api/users')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.then(res 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if (!res.ok) throw new Error(`HTTP ${res.status}`);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return res.json();          // returns a Promise → chain waits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.then(data =&gt; render(data))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.catch(err =&gt; showError(err))   // catches ANY error above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.finally(() =&gt; hideSpinner());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85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Return a value → next .then() gets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32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Return a Promise → chain waits for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799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Throw → jumps to nearest .catch()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Promise.all()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915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All three fire simultaneously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Promise.all([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fetch('/api/user/1').then(r  =&gt; r.json()),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fetch('/api/posts').then(r   =&gt; r.json()),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fetch('/api/todos').then(r   =&gt; r.json()),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.then(([user, posts, todos])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// all three succeeded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.catch(err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// ANY single rejection reaches here immediately (fail-fast)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});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1503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When to use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Promise.all()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Fail-fast on any rejection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All results required — can't render without them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Promise.allSettled()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Waits for all; reports each outcome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Some results optional — show what you can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Promise.race()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First to settle wins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Request timeouts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Demo: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async / await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async/await is Promise-based code with cleaner syntax: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515600" cy="35255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async function loadUser(id)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try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const res  = await fetch(`/api/user/${id}`);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if (!res.ok) throw new Error(`HTTP ${res.status}`);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const user = await res.json();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render(user);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} catch (err)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showError(err);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} finally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  hideSpinner();   // always runs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07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await can only be used inside an async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549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async functions always return a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23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await pauses the function, not the browser — other code keeps running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Axios vs. fetch()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`fetch()`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`axios`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JSON parsing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Manual .json()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Automatic .data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Error on 4xx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No — check res.ok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Yes — throws automatically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Timeout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Not built-in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timeout option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Interceptors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Bundle size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0 kB (built-in)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~14 kB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11880"/>
            <a:ext cx="10515600" cy="1899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fetch — boilerplate every single time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res  = await fetch('/api/users');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if (!res.ok) throw new Error(`HTTP ${res.status}`);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data = await res.json();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axios — clean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{ data } = await axios.get('/api/users');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Axios: Instance &amp; Interceptors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931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One shared client for the whole app — set up once, import everywhere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api = axios.create({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baseURL: 'https://api.myapp.com/v2',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timeout: 5000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Attach JWT token to EVERY request automatically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api.interceptors.request.use(config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config.headers.Authorization = `Bearer ${localStorage.getItem('token')}`;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return config;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Global error handling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api.interceptors.response.use(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res  =&gt; res,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err  =&gt; { logErrorToSentry(err); return Promise.reject(err);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Demo: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Activity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38BA8"/>
                </a:solidFill>
                <a:latin typeface="Calibri"/>
              </a:rPr>
              <a:t>Activity 1 — ES6+ Modernization (`Week10/Activity1/`)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Rewrite old ES5 weather processor with modern JS 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const/let, arrow functions, template literals, destructuring, spread, reduce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Real-world skill: updating legacy codebases (very common junior developer task)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0545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38BA8"/>
                </a:solidFill>
                <a:latin typeface="Calibri"/>
              </a:rPr>
              <a:t>Activity 2 — Axios + Async/Await (`Week10/Activity2/`)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712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Fetch JavaScript books from the live Open Library API using Axios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186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Render as cards — handle missing data safely with ?. and 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Real-world skill: the fetch → render pattern behind every search feature on the web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AB387"/>
                </a:solidFill>
                <a:latin typeface="Calibri"/>
              </a:rPr>
              <a:t>SESSION 2 — Lodash, Day.js, Lab 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Title (Session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38BA8"/>
                </a:solidFill>
                <a:latin typeface="Calibri"/>
              </a:rPr>
              <a:t>Lodash + Day.js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PROG 2700 — Week 10, Session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Agenda (Session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Lodash — data transformation utilities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Day.js — dates done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Activity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Lab 10: Hacker News Reader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What's next: React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Why Utility Libraries?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JavaScript has powerful built-ins (map, filter, reduce)…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…but some things are still verbose or error-prone with just built-ins: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922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Sorting by multiple fields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Grouping an array into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Computing averages / min / max from arrays of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Formatting and comparing dates reliably across time zones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38BA8"/>
                </a:solidFill>
                <a:latin typeface="Calibri"/>
              </a:rPr>
              <a:t>Lodash and Day.js are tiny, well-documented libraries that solve these with one-liners.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Lodash: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6807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&lt;script src="https://cdn.jsdelivr.net/npm/lodash/lodash.min.js"&gt;&lt;/script&gt;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15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All functions are on the global _ object.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62632"/>
            <a:ext cx="10515600" cy="21031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_.orderBy(arr, ['field'], ['asc'])    // sort by multiple fields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_.groupBy(arr, 'category')            // group into an object by key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_.meanBy(arr, 'salary')               // average of a numeric field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_.maxBy(arr, 'points')                // item with the highest value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_.sumBy(arr, 'quantity')              // sum of a numeric field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_.chunk(arr, 3)                       // split into groups of 3 (pagination)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_.uniqBy(arr, 'id')                   // remove duplicates by a field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_.debounce(fn, 300)                   // limit firing rate (search input)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_.orderBy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4935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sorted = _.orderBy(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tickets,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['priority', 'createdAt'],   // sort by these fields, in order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['asc',      'desc']         // direction for each field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27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Compared to native .sort():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75432"/>
            <a:ext cx="10515600" cy="14935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Native — verbose and error-prone with multiple fields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arr.sort((a, b) =&gt; a.priority - b.priority || b.date.localeCompare(a.date));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Lodash — readable and correct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_.orderBy(arr, ['priority', 'date'], ['asc', 'desc']);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_.groupBy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7127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grouped = _.groupBy(jobs, 'category');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Returns: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  Dev:    [{ title: 'Frontend Dev', ... }, ...],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  Design: [{ title: 'UX Designer', ... }, ...],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  Data:   [{ title: 'Data Analyst', ... }, ...],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Object.entries(grouped).forEach(([category, items])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renderSection(category, items);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Aggregate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5095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jobs =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{ title: 'Dev',     salary: 95000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{ title: 'Design',  salary: 78000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{ title: 'Data',    salary: 110000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];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_.meanBy(jobs, 'salary')   // 94333.33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_.maxBy(jobs,  'salary')   // { title: 'Data', salary: 110000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_.minBy(jobs,  'salary')   // { title: 'Design', salary: 78000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_.sumBy(jobs,  'salary')   // 283000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Day.js: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Tiny (2 kB) immutable date library. Replaces the widely-used-but-deprecated Moment.js.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515600" cy="10871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&lt;script src="https://cdn.jsdelivr.net/npm/dayjs/dayjs.min.js"&gt;&lt;/script&gt;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&lt;script src="https://cdn.jsdelivr.net/npm/dayjs/plugin/relativeTime.js"&gt;&lt;/script&gt;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&lt;script&gt;dayjs.extend(dayjs_plugin_relativeTime);&lt;/script&gt;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69032"/>
            <a:ext cx="10515600" cy="23063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dayjs('2026-01-15')               // parse an ISO date string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dayjs()                           // right now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.format('MMM D, YYYY')           // "Jan 15, 2026"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.format('YYYY-MM-DD HH:mm')      // "2026-01-15 14:30"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.fromNow()                        // "2 months ago"  (needs relativeTime plugin)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.diff(dayjs('2026-01-01'), 'day') // days between two dates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.add(30, 'day').format('MMM D')   // date 30 days from now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Day.js: Real-World Date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931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GitHub commit history — absolute in tooltip, relative on the page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dayjs(commit.date).format('MMMM D, YYYY h:mm A')  // "February 28, 2026 2:15 PM"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dayjs(commit.date).fromNow()                       // "6 days ago"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Slack / Discord messages — time only (same day), relative for older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dayjs(msg.ts).format('h:mm A')    // "2:15 PM"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dayjs(msg.ts).fromNow()           // "3 hours ago"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SaaS trial expiry countdown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daysLeft = dayjs(user.trialEndsAt).diff(dayjs(), 'day');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`Your trial expires in ${daysLeft} days`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Overdue detection (Jira, Asana, project management)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const isOverdue = dayjs(task.dueDate).isBefore(dayjs());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// Invoice / booking confirmation 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dayjs().format('MMMM D, YYYY')   // "March 6, 2026"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51663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Where you'll see it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MMM D, YYYY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Mar 6, 2026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Blog posts, invoices, admin tables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YYYY-MM-DD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2026-03-06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API parameters, filenames, database values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h:mm A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2:30 PM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Chat messages, calendar events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.fromNow()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3 hours ago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Social feeds, notification lists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Demo: Example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Reading Library Docs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For any unfamiliar library, find three things in the docs: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1. Installation — CDN link or npm 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922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2. Getting started example — copy, paste, 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3. API reference — searchable list of all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For today's libraries: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283464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Docs URL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Axios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https://axios-http.com/docs/intro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Lodash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https://lodash.com/docs/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Day.js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https://day.js.org/en/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38BA8"/>
                </a:solidFill>
                <a:latin typeface="Calibri"/>
              </a:rPr>
              <a:t>Activity 3 — Lodash + Day.js Pipeline (`Week10/Activity3/`)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Dataset: 10 job postings with category, salary, postedAt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TODO 1: _.groupBy(jobs, 'category') — organise into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579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TODO 2: _.orderBy(items, ['postedAt'], ['desc']) — newest first within each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054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TODO 3: dayjs(job.postedAt).format(...) and .fromNow() — two date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Bonus: Stats bar — _.meanBy, _.maxBy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Lab 10: Hacker News Reader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38BA8"/>
                </a:solidFill>
                <a:latin typeface="Calibri"/>
              </a:rPr>
              <a:t>API: `https://hn.algolia.com/api/v1/search?tags=front_page&amp;hitsPerPage=30`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No API key required. Provided by the HN Algolia search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10515600" cy="2915920"/>
          </a:xfrm>
          <a:prstGeom prst="rect">
            <a:avLst/>
          </a:prstGeom>
          <a:solidFill>
            <a:srgbClr val="313244"/>
          </a:solidFill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"hits":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"title": "A new way to build UIs",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"url": "https://example.com",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"author": "pg",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"points": 342,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"num_comments": 87,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  "created_at": "2026-03-05T14:22:00Z"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E3A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Lab 10: Your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1. Fetch with Axios — response.data.hits is the stories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2. Render cards — title link (url ?? '#'), author, points, dayjs(...).fromNow()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922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3. Sort + Stats — _.orderBy by points, _.meanBy, _.maxBy, _.sumBy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4. (Bonus) Top 10 toggle — filter from the cached array, don't re-fetch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What's Next: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Everything you learned this week comes back in React: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44752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This week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89B4FA"/>
                          </a:solidFill>
                          <a:latin typeface="Calibri"/>
                        </a:rPr>
                        <a:t>In React</a:t>
                      </a:r>
                    </a:p>
                  </a:txBody>
                  <a:tcPr>
                    <a:solidFill>
                      <a:srgbClr val="4547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const / arrow functions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Everywhere — components, hooks, event handlers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Destructuring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Props: function Card({ title, body }) { ... }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Spread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State: setState(prev =&gt; ({ ...prev, count: prev.count + 1 }))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?. and ??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Safe access to props and API data that might be missing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Promises + async/await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Data fetching in useEffect, form submissions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Promise.all()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Loading multiple resources in a single useEffect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Axios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npm install axios — same instance + interceptors pattern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.map()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Rendering lists: {items.map(item =&gt; &lt;Item key={item.id} {...item} /&gt;)}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Lodash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Data transforms in components and custom hooks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Day.js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CDD6F4"/>
                          </a:solidFill>
                          <a:latin typeface="Calibri"/>
                        </a:rPr>
                        <a:t>Formatted timestamps in any content or social feature</a:t>
                      </a:r>
                    </a:p>
                  </a:txBody>
                  <a:tcPr>
                    <a:solidFill>
                      <a:srgbClr val="1E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89B4FA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6C7086"/>
                </a:solidFill>
                <a:latin typeface="Calibri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38BA8"/>
                </a:solidFill>
                <a:latin typeface="Calibri"/>
              </a:rPr>
              <a:t>Session 1 covered: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ES6+: const/let, template literals, destructuring, spread/rest, optional chaining, ??, arrow functions, array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Promises: .then(), .catch(), .finally(), .all(), .allSettled(), .race()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037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Axios: axios.create(), request/response interceptors, concurrent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511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38BA8"/>
                </a:solidFill>
                <a:latin typeface="Calibri"/>
              </a:rPr>
              <a:t>Session 2 covered: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626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Lodash: _.orderBy, _.groupBy, _.meanBy, _.maxBy, _.sumBy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Day.js: .format(), .fromNow(), .diff(), .add(), .isBefore()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•  Reading third-party library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38BA8"/>
                </a:solidFill>
                <a:latin typeface="Calibri"/>
              </a:rPr>
              <a:t>Real-world takeaway: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165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Axios + async/await + Lodash + Day.js appear together in the vast majority of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640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DD6F4"/>
                </a:solidFill>
                <a:latin typeface="Calibri"/>
              </a:rPr>
              <a:t>React codebases you will encounter professionally. You have used all of them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