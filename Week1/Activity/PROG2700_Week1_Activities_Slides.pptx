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Notes:</a:t>
            </a:r>
          </a:p>
          <a:p>
            <a:r>
              <a:t>Accessibility benefits of semantic regions; label linkage via for/id; call out duplicate ids and missing alt; demonstrate validator and fix one error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Notes:</a:t>
            </a:r>
          </a:p>
          <a:p>
            <a:r>
              <a:t>Discuss class vs attribute selectors; when to validate (blur vs submit); show simple logic and class toggling; mention specificity and accessible focus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1: Semantic Fix‑Up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Objectives:</a:t>
            </a:r>
          </a:p>
          <a:p>
            <a:pPr lvl="1"/>
            <a:r>
              <a:t>• Identify non‑semantic markup</a:t>
            </a:r>
          </a:p>
          <a:p>
            <a:pPr lvl="1"/>
            <a:r>
              <a:t>• Use proper form labels and structure</a:t>
            </a:r>
          </a:p>
          <a:p>
            <a:pPr>
              <a:defRPr b="1"/>
            </a:pPr>
            <a:r>
              <a:t>Guided Steps:</a:t>
            </a:r>
          </a:p>
          <a:p>
            <a:pPr lvl="1"/>
            <a:r>
              <a:t>• Scan (2 min)</a:t>
            </a:r>
          </a:p>
          <a:p>
            <a:pPr lvl="1"/>
            <a:r>
              <a:t>• Replace &lt;div&gt; with semantic tags</a:t>
            </a:r>
          </a:p>
          <a:p>
            <a:pPr lvl="1"/>
            <a:r>
              <a:t>• Ensure labels (for/id)</a:t>
            </a:r>
          </a:p>
          <a:p>
            <a:pPr lvl="1"/>
            <a:r>
              <a:t>• Validate with W3C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2: Selector &amp; Logic Micro‑Drill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Objectives:</a:t>
            </a:r>
          </a:p>
          <a:p>
            <a:pPr lvl="1"/>
            <a:r>
              <a:t>• Target elements with attribute/class selectors</a:t>
            </a:r>
          </a:p>
          <a:p>
            <a:pPr lvl="1"/>
            <a:r>
              <a:t>• Practice variables and if/else</a:t>
            </a:r>
          </a:p>
          <a:p>
            <a:pPr>
              <a:defRPr b="1"/>
            </a:pPr>
            <a:r>
              <a:t>Guided Steps:</a:t>
            </a:r>
          </a:p>
          <a:p>
            <a:pPr lvl="1"/>
            <a:r>
              <a:t>• Write attribute selector (input[type=email])</a:t>
            </a:r>
          </a:p>
          <a:p>
            <a:pPr lvl="1"/>
            <a:r>
              <a:t>• Declare 3 variables + conditional to toggle .error</a:t>
            </a:r>
          </a:p>
          <a:p>
            <a:pPr lvl="1"/>
            <a:r>
              <a:t>• Test valid/invalid input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